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h Shukla" initials="YS" lastIdx="1" clrIdx="0">
    <p:extLst>
      <p:ext uri="{19B8F6BF-5375-455C-9EA6-DF929625EA0E}">
        <p15:presenceInfo xmlns:p15="http://schemas.microsoft.com/office/powerpoint/2012/main" userId="7ce99efbac69d8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402C8-4320-4B50-83B9-C332CAA596D2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2AC91-54EE-4425-87E2-2436ACDEA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83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2AC91-54EE-4425-87E2-2436ACDEA62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088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40228-B898-EB14-0F19-F4E06D00B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800" y="3333136"/>
            <a:ext cx="8825658" cy="1917290"/>
          </a:xfrm>
        </p:spPr>
        <p:txBody>
          <a:bodyPr/>
          <a:lstStyle/>
          <a:p>
            <a:pPr>
              <a:defRPr sz="3000"/>
            </a:pPr>
            <a:r>
              <a:rPr lang="en-IN" sz="4000" b="1" dirty="0"/>
              <a:t>CyberShield AI</a:t>
            </a:r>
            <a:br>
              <a:rPr lang="en-IN" sz="4000" b="1" dirty="0"/>
            </a:b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C37131-771E-4AD8-01B3-041A612F9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6800" y="4777380"/>
            <a:ext cx="8933813" cy="1230130"/>
          </a:xfrm>
        </p:spPr>
        <p:txBody>
          <a:bodyPr>
            <a:normAutofit/>
          </a:bodyPr>
          <a:lstStyle/>
          <a:p>
            <a:r>
              <a:rPr lang="en-IN" b="1" dirty="0"/>
              <a:t>AI-Based Cyber Threat Detection Framework</a:t>
            </a:r>
            <a:br>
              <a:rPr lang="en-IN" dirty="0"/>
            </a:br>
            <a:r>
              <a:rPr lang="en-IN" dirty="0"/>
              <a:t>IBM–NASSCOM PBEL 3.0 Virtual Internship Project</a:t>
            </a:r>
            <a:br>
              <a:rPr lang="en-IN" dirty="0"/>
            </a:br>
            <a:r>
              <a:rPr lang="en-IN" b="1" dirty="0"/>
              <a:t>Developed by: Yash Shukla(btech aiml)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30637-47CA-CD06-FEC3-4B33C89EC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503" y="626258"/>
            <a:ext cx="488307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2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D45E-E2C4-A6E4-4095-15F3809D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FDBF09-6E47-B752-AA9A-92DF646EFD2C}"/>
              </a:ext>
            </a:extLst>
          </p:cNvPr>
          <p:cNvSpPr txBox="1"/>
          <p:nvPr/>
        </p:nvSpPr>
        <p:spPr>
          <a:xfrm>
            <a:off x="579120" y="2617599"/>
            <a:ext cx="100482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Rapid growth of phishing, malware, and malicious websites poses serious cybersecurity risks.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Traditional blacklist and signature-based detection methods cannot detect new (zero-day) attacks effectively.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 Manual URL verification is slow, inefficient, and prone to errors.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 An intelligent, real-time solution is required to accurately classify suspicious URLs.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 </a:t>
            </a:r>
            <a:r>
              <a:rPr lang="en-IN" sz="2400" b="1" dirty="0"/>
              <a:t>CyberShield AI</a:t>
            </a:r>
            <a:r>
              <a:rPr lang="en-IN" sz="2400" dirty="0"/>
              <a:t> addresses this challenge using Machine Learning for automated URL threat detection with explainable predictions.</a:t>
            </a:r>
          </a:p>
        </p:txBody>
      </p:sp>
    </p:spTree>
    <p:extLst>
      <p:ext uri="{BB962C8B-B14F-4D97-AF65-F5344CB8AC3E}">
        <p14:creationId xmlns:p14="http://schemas.microsoft.com/office/powerpoint/2010/main" val="258066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F61D3-5A33-961E-1389-487D8D47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144EB-7613-34AD-5539-91BAB7CB5F79}"/>
              </a:ext>
            </a:extLst>
          </p:cNvPr>
          <p:cNvSpPr txBox="1"/>
          <p:nvPr/>
        </p:nvSpPr>
        <p:spPr>
          <a:xfrm>
            <a:off x="477520" y="2758778"/>
            <a:ext cx="10617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Develop an AI-based framework to detect malicious URLs.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 Classify URLs as </a:t>
            </a:r>
            <a:r>
              <a:rPr lang="en-IN" sz="2400" b="1" dirty="0"/>
              <a:t>Benign, Phishing, Malware,</a:t>
            </a:r>
            <a:r>
              <a:rPr lang="en-IN" sz="2400" dirty="0"/>
              <a:t> or </a:t>
            </a:r>
            <a:r>
              <a:rPr lang="en-IN" sz="2400" b="1" dirty="0"/>
              <a:t>Defacement</a:t>
            </a:r>
            <a:r>
              <a:rPr lang="en-IN" sz="2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 Extract meaningful URL-based features for analysis.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 Achieve high prediction accuracy using Machine Learning.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dirty="0"/>
              <a:t> Provide real-time threat detection through a Streamlit dashboard. Improve transparency using Explainable AI (SHAP).</a:t>
            </a:r>
          </a:p>
        </p:txBody>
      </p:sp>
    </p:spTree>
    <p:extLst>
      <p:ext uri="{BB962C8B-B14F-4D97-AF65-F5344CB8AC3E}">
        <p14:creationId xmlns:p14="http://schemas.microsoft.com/office/powerpoint/2010/main" val="420626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D214E-E00E-ACC0-0D7B-F64AFCDA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145" y="1241266"/>
            <a:ext cx="4535926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2D86BB-893F-471B-AD66-50E01777C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3" y="396837"/>
            <a:ext cx="6451503" cy="6058999"/>
            <a:chOff x="423333" y="396837"/>
            <a:chExt cx="6451503" cy="605899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1E3F80D-79C6-468A-83E4-3FEA58556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3" y="402165"/>
              <a:ext cx="522933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009504C1-96CE-44B4-8DF0-613CF9D1DA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3161515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1F299836-4C10-4395-B386-C0FA537C4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5004670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18CD00-24EC-2556-AF24-F2A0ED51D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896611"/>
              </p:ext>
            </p:extLst>
          </p:nvPr>
        </p:nvGraphicFramePr>
        <p:xfrm>
          <a:off x="1109763" y="1520335"/>
          <a:ext cx="4983738" cy="3817340"/>
        </p:xfrm>
        <a:graphic>
          <a:graphicData uri="http://schemas.openxmlformats.org/drawingml/2006/table">
            <a:tbl>
              <a:tblPr/>
              <a:tblGrid>
                <a:gridCol w="2624415">
                  <a:extLst>
                    <a:ext uri="{9D8B030D-6E8A-4147-A177-3AD203B41FA5}">
                      <a16:colId xmlns:a16="http://schemas.microsoft.com/office/drawing/2014/main" val="2524367846"/>
                    </a:ext>
                  </a:extLst>
                </a:gridCol>
                <a:gridCol w="2359323">
                  <a:extLst>
                    <a:ext uri="{9D8B030D-6E8A-4147-A177-3AD203B41FA5}">
                      <a16:colId xmlns:a16="http://schemas.microsoft.com/office/drawing/2014/main" val="1932805445"/>
                    </a:ext>
                  </a:extLst>
                </a:gridCol>
              </a:tblGrid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  <a:endParaRPr lang="en-IN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1" i="0" u="none" strike="noStrike">
                          <a:effectLst/>
                          <a:latin typeface="Arial" panose="020B0604020202020204" pitchFamily="34" charset="0"/>
                        </a:rPr>
                        <a:t>Technology</a:t>
                      </a:r>
                      <a:endParaRPr lang="en-IN" sz="1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482815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Programming Language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Python 3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44792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Frontend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Streamlit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002536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Machine Learning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 dirty="0">
                          <a:effectLst/>
                          <a:latin typeface="Arial" panose="020B0604020202020204" pitchFamily="34" charset="0"/>
                        </a:rPr>
                        <a:t>Scikit-learn, XGBoost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40519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Data Processing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Pandas, NumPy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551569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Visualization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Plotly, Matplotlib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161482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Explainable AI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SHAP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438818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Model Storage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Joblib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572845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Dataset Format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CSV / Parquet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0289"/>
                  </a:ext>
                </a:extLst>
              </a:tr>
              <a:tr h="3817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Development Tool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700" b="0" i="0" u="none" strike="noStrike">
                          <a:effectLst/>
                          <a:latin typeface="Arial" panose="020B0604020202020204" pitchFamily="34" charset="0"/>
                        </a:rPr>
                        <a:t>VS Code</a:t>
                      </a:r>
                    </a:p>
                  </a:txBody>
                  <a:tcPr marL="86758" marR="86758" marT="43379" marB="433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585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128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BC333-BD1D-CA86-CD14-F22F30165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F60AD-682D-7FB1-3677-B9958EDA5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Dataset Used: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7B612C-CF84-5F93-F2C3-49C027B2EC65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Malicious URLs Dataset</a:t>
            </a:r>
            <a:r>
              <a:rPr lang="en-IN" sz="2000" dirty="0"/>
              <a:t> (Kaggle)</a:t>
            </a:r>
          </a:p>
          <a:p>
            <a:r>
              <a:rPr lang="en-IN" sz="2000" dirty="0"/>
              <a:t>Total Records: </a:t>
            </a:r>
            <a:r>
              <a:rPr lang="en-IN" sz="2000" b="1" dirty="0"/>
              <a:t>641,099</a:t>
            </a:r>
          </a:p>
          <a:p>
            <a:r>
              <a:rPr lang="en-IN" sz="2000" dirty="0"/>
              <a:t> Features: </a:t>
            </a:r>
            <a:r>
              <a:rPr lang="en-IN" sz="2000" b="1" dirty="0"/>
              <a:t>43</a:t>
            </a:r>
          </a:p>
          <a:p>
            <a:r>
              <a:rPr lang="en-IN" sz="2000" dirty="0"/>
              <a:t> Classes: </a:t>
            </a:r>
            <a:r>
              <a:rPr lang="en-IN" sz="2000" b="1" dirty="0"/>
              <a:t>4</a:t>
            </a:r>
            <a:endParaRPr lang="en-IN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D5F63F-C7B0-0E9A-C6EC-26076F50C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Target Classes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A2EE7B-4BE0-BD78-FB11-CF836ED0589C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✅ Benign </a:t>
            </a:r>
          </a:p>
          <a:p>
            <a:r>
              <a:rPr lang="en-IN" sz="2000" dirty="0"/>
              <a:t>🎣 Phishing </a:t>
            </a:r>
          </a:p>
          <a:p>
            <a:r>
              <a:rPr lang="en-IN" sz="2000" dirty="0"/>
              <a:t>☠️ Malware </a:t>
            </a:r>
          </a:p>
          <a:p>
            <a:r>
              <a:rPr lang="en-IN" sz="2000" dirty="0"/>
              <a:t>🌐 Defacement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0F51D0-8FE6-94F1-4785-C3DDC26FF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6AEC5C-737B-610F-DBB5-A53B3D21A63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Autofit/>
          </a:bodyPr>
          <a:lstStyle/>
          <a:p>
            <a:r>
              <a:rPr lang="en-IN" sz="1600" dirty="0"/>
              <a:t>URL Length</a:t>
            </a:r>
          </a:p>
          <a:p>
            <a:r>
              <a:rPr lang="en-IN" sz="1600" dirty="0"/>
              <a:t>Domain Length </a:t>
            </a:r>
          </a:p>
          <a:p>
            <a:r>
              <a:rPr lang="en-IN" sz="1600" dirty="0"/>
              <a:t>HTTPS Usage </a:t>
            </a:r>
          </a:p>
          <a:p>
            <a:r>
              <a:rPr lang="en-IN" sz="1600" dirty="0"/>
              <a:t>Digit Count</a:t>
            </a:r>
          </a:p>
          <a:p>
            <a:r>
              <a:rPr lang="en-IN" sz="1600" dirty="0"/>
              <a:t>Special Characters</a:t>
            </a:r>
          </a:p>
          <a:p>
            <a:r>
              <a:rPr lang="en-IN" sz="1600" dirty="0"/>
              <a:t>Entropy </a:t>
            </a:r>
          </a:p>
          <a:p>
            <a:r>
              <a:rPr lang="en-IN" sz="1600" dirty="0"/>
              <a:t>Suspicious Keywords</a:t>
            </a:r>
          </a:p>
          <a:p>
            <a:r>
              <a:rPr lang="en-IN" sz="1600" dirty="0"/>
              <a:t> Complexity Score</a:t>
            </a:r>
          </a:p>
        </p:txBody>
      </p:sp>
    </p:spTree>
    <p:extLst>
      <p:ext uri="{BB962C8B-B14F-4D97-AF65-F5344CB8AC3E}">
        <p14:creationId xmlns:p14="http://schemas.microsoft.com/office/powerpoint/2010/main" val="260395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31A6-9A5E-E4FE-A05F-F4BB9457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198F6-C8F2-CF21-5D25-063B7844D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9280" y="2326640"/>
            <a:ext cx="5506720" cy="4287520"/>
          </a:xfrm>
        </p:spPr>
        <p:txBody>
          <a:bodyPr>
            <a:normAutofit fontScale="62500" lnSpcReduction="20000"/>
          </a:bodyPr>
          <a:lstStyle/>
          <a:p>
            <a:r>
              <a:rPr lang="en-IN" sz="3200" dirty="0"/>
              <a:t>Workflow</a:t>
            </a:r>
          </a:p>
          <a:p>
            <a:pPr marL="0" indent="0">
              <a:buNone/>
            </a:pPr>
            <a:r>
              <a:rPr lang="en-IN" dirty="0"/>
              <a:t>🌐 User Enters URL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⚙️ Feature Extraction</a:t>
            </a:r>
          </a:p>
          <a:p>
            <a:pPr marL="0" indent="0">
              <a:buNone/>
            </a:pPr>
            <a:r>
              <a:rPr lang="en-IN" dirty="0"/>
              <a:t>(URL Length, HTTPS, Entropy, etc.)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🤖 XGBoost Model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🛡️ Threat Detection</a:t>
            </a:r>
          </a:p>
          <a:p>
            <a:pPr marL="0" indent="0">
              <a:buNone/>
            </a:pPr>
            <a:r>
              <a:rPr lang="en-IN" dirty="0"/>
              <a:t>(Benign / Phishing / Malware / Defacement)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📊 Confidence Score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🧠 Explainable AI (SHAP)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💻 Streamlit Dashboard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7ED1A-FF10-E4AC-951B-D65BD209B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418080"/>
            <a:ext cx="4825159" cy="4358640"/>
          </a:xfrm>
        </p:spPr>
        <p:txBody>
          <a:bodyPr>
            <a:normAutofit fontScale="62500" lnSpcReduction="20000"/>
          </a:bodyPr>
          <a:lstStyle/>
          <a:p>
            <a:r>
              <a:rPr lang="en-IN" sz="3200" dirty="0"/>
              <a:t>Modules</a:t>
            </a:r>
          </a:p>
          <a:p>
            <a:pPr marL="0" indent="0">
              <a:buNone/>
            </a:pPr>
            <a:endParaRPr lang="en-IN" sz="3200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URL Input Module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 Feature Extraction Engine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ML Prediction Engine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Explainable AI (SHAP)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Threat Analytics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dirty="0"/>
              <a:t>Prediction History</a:t>
            </a:r>
          </a:p>
        </p:txBody>
      </p:sp>
    </p:spTree>
    <p:extLst>
      <p:ext uri="{BB962C8B-B14F-4D97-AF65-F5344CB8AC3E}">
        <p14:creationId xmlns:p14="http://schemas.microsoft.com/office/powerpoint/2010/main" val="179881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59FA-2375-68A9-D73A-16D207CBA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266D1-49E3-DC2F-B2DB-C96A88A3B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Models Used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658FF-87B8-D133-B210-C67EFBCC755B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🌳 Random Forest </a:t>
            </a:r>
          </a:p>
          <a:p>
            <a:r>
              <a:rPr lang="en-IN" sz="2400" dirty="0"/>
              <a:t>🚀 XGBoost (Selected Best Model)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D7822-BF23-4671-90D6-B6C9A2A95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Why XGBoost 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94762-C1D7-46AB-C712-8A8680D78750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Higher prediction accuracy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Faster training and inference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Handles large datasets efficiently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Reduces overfitting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dirty="0"/>
              <a:t>Better generalization performance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3DC625-5EF1-4096-458F-9F6EBD889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0C38AA-EE69-0FF8-415D-D0DB14D51F9C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/>
              <a:t>Accuracy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/>
              <a:t>Precision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/>
              <a:t>Recall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/>
              <a:t>F1-Score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8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755273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44F6-5BF3-1D43-40FD-955A75D1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Streamlit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CC341C-A935-A8CA-2952-5B46BC915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dirty="0"/>
              <a:t>Dashboard Modules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39290-F84C-B94B-06B7-E692E4CC8DC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3109276"/>
          </a:xfrm>
        </p:spPr>
        <p:txBody>
          <a:bodyPr>
            <a:normAutofit/>
          </a:bodyPr>
          <a:lstStyle/>
          <a:p>
            <a:r>
              <a:rPr lang="en-IN" sz="2000" dirty="0"/>
              <a:t>🏠 Home</a:t>
            </a:r>
          </a:p>
          <a:p>
            <a:r>
              <a:rPr lang="en-IN" sz="2000" dirty="0"/>
              <a:t>🔍 URL Detection</a:t>
            </a:r>
          </a:p>
          <a:p>
            <a:r>
              <a:rPr lang="en-IN" sz="2000" dirty="0"/>
              <a:t>📊 Threat Analytics </a:t>
            </a:r>
          </a:p>
          <a:p>
            <a:r>
              <a:rPr lang="en-IN" sz="2000" dirty="0"/>
              <a:t>🤖 Model Performance </a:t>
            </a:r>
          </a:p>
          <a:p>
            <a:r>
              <a:rPr lang="en-IN" sz="2000" dirty="0"/>
              <a:t>📜 Prediction History </a:t>
            </a:r>
          </a:p>
          <a:p>
            <a:r>
              <a:rPr lang="en-IN" sz="2000" dirty="0"/>
              <a:t>🧠 Explainable AI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27F87C-9BD2-6344-E9A7-2C9A4326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832" y="2306320"/>
            <a:ext cx="7691968" cy="45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03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66A1-717E-C978-10C1-10F63C1F8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E7286-46C1-F3E4-BE47-5EDDEE248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2640" y="2603500"/>
            <a:ext cx="5177472" cy="3939540"/>
          </a:xfrm>
        </p:spPr>
        <p:txBody>
          <a:bodyPr>
            <a:normAutofit fontScale="92500" lnSpcReduction="10000"/>
          </a:bodyPr>
          <a:lstStyle/>
          <a:p>
            <a:r>
              <a:rPr lang="en-IN" sz="2600" b="1" u="sng" dirty="0"/>
              <a:t>Project Outcomes</a:t>
            </a:r>
          </a:p>
          <a:p>
            <a:pPr marL="0" indent="0">
              <a:buNone/>
            </a:pPr>
            <a:r>
              <a:rPr lang="en-IN" dirty="0"/>
              <a:t>✅ Successfully classified URLs into </a:t>
            </a:r>
            <a:r>
              <a:rPr lang="en-IN" b="1" dirty="0"/>
              <a:t>Benign, Phishing, Malware, and Defacement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✅ Real-time URL prediction through the Streamlit dashboard </a:t>
            </a:r>
          </a:p>
          <a:p>
            <a:pPr marL="0" indent="0">
              <a:buNone/>
            </a:pPr>
            <a:r>
              <a:rPr lang="en-IN" dirty="0"/>
              <a:t>✅ Confidence score displayed for every prediction </a:t>
            </a:r>
          </a:p>
          <a:p>
            <a:pPr marL="0" indent="0">
              <a:buNone/>
            </a:pPr>
            <a:r>
              <a:rPr lang="en-IN" dirty="0"/>
              <a:t>✅ Trusted domains correctly identified using domain verification</a:t>
            </a:r>
          </a:p>
          <a:p>
            <a:pPr marL="0" indent="0">
              <a:buNone/>
            </a:pPr>
            <a:r>
              <a:rPr lang="en-IN" dirty="0"/>
              <a:t>✅ Prediction history stored for future analysis </a:t>
            </a:r>
          </a:p>
          <a:p>
            <a:pPr marL="0" indent="0">
              <a:buNone/>
            </a:pPr>
            <a:r>
              <a:rPr lang="en-IN" dirty="0"/>
              <a:t>✅ Explainable AI (SHAP) integrated for transparent predictions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08F2D-12B5-601C-7368-065953CC6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868420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u="sng" dirty="0"/>
              <a:t>Key Achievements</a:t>
            </a:r>
          </a:p>
          <a:p>
            <a:pPr marL="0" indent="0">
              <a:buNone/>
            </a:pPr>
            <a:r>
              <a:rPr lang="en-IN" sz="2400" dirty="0"/>
              <a:t>✔ </a:t>
            </a:r>
            <a:r>
              <a:rPr lang="en-IN" sz="2200" dirty="0"/>
              <a:t>Interactive dashboard with multiple modules </a:t>
            </a:r>
          </a:p>
          <a:p>
            <a:pPr marL="0" indent="0">
              <a:buNone/>
            </a:pPr>
            <a:r>
              <a:rPr lang="en-IN" sz="2200" dirty="0"/>
              <a:t>✔ High prediction reliability </a:t>
            </a:r>
          </a:p>
          <a:p>
            <a:pPr marL="0" indent="0">
              <a:buNone/>
            </a:pPr>
            <a:r>
              <a:rPr lang="en-IN" sz="2200" dirty="0"/>
              <a:t>✔ Easy-to-use interface for cyber threat detection </a:t>
            </a:r>
          </a:p>
          <a:p>
            <a:pPr marL="0" indent="0">
              <a:buNone/>
            </a:pPr>
            <a:r>
              <a:rPr lang="en-IN" sz="2200" dirty="0"/>
              <a:t>✔ Scalable framework for future enhancements </a:t>
            </a:r>
          </a:p>
          <a:p>
            <a:pPr marL="0" indent="0">
              <a:buNone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0443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07CDD-DD74-C77D-3105-702CE701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C583-71F2-29D5-3C02-FFBF9CDAE9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400" b="1" u="sng" dirty="0"/>
              <a:t>Future Enhancements</a:t>
            </a:r>
          </a:p>
          <a:p>
            <a:pPr marL="0" indent="0">
              <a:buNone/>
            </a:pPr>
            <a:r>
              <a:rPr lang="en-IN" sz="2400" dirty="0"/>
              <a:t>🤖 Integrate </a:t>
            </a:r>
            <a:r>
              <a:rPr lang="en-IN" sz="2400" b="1" dirty="0"/>
              <a:t>Deep Learning models</a:t>
            </a:r>
            <a:r>
              <a:rPr lang="en-IN" sz="2400" dirty="0"/>
              <a:t> (CNN, LSTM, Transformer) </a:t>
            </a:r>
          </a:p>
          <a:p>
            <a:pPr marL="0" indent="0">
              <a:buNone/>
            </a:pPr>
            <a:r>
              <a:rPr lang="en-IN" sz="2400" dirty="0"/>
              <a:t>🌐 Develop a </a:t>
            </a:r>
            <a:r>
              <a:rPr lang="en-IN" sz="2400" b="1" dirty="0"/>
              <a:t>Browser Extension</a:t>
            </a:r>
            <a:r>
              <a:rPr lang="en-IN" sz="2400" dirty="0"/>
              <a:t> for real-time website protection</a:t>
            </a:r>
          </a:p>
          <a:p>
            <a:pPr marL="0" indent="0">
              <a:buNone/>
            </a:pPr>
            <a:r>
              <a:rPr lang="en-IN" sz="2400" dirty="0"/>
              <a:t> 📱 Launch a </a:t>
            </a:r>
            <a:r>
              <a:rPr lang="en-IN" sz="2400" b="1" dirty="0"/>
              <a:t>Mobile Application</a:t>
            </a:r>
            <a:r>
              <a:rPr lang="en-IN" sz="2400" dirty="0"/>
              <a:t> for on-the-go threat detection </a:t>
            </a:r>
          </a:p>
          <a:p>
            <a:pPr marL="0" indent="0">
              <a:buNone/>
            </a:pPr>
            <a:r>
              <a:rPr lang="en-IN" sz="2400" dirty="0"/>
              <a:t>☁️ Deploy the system on </a:t>
            </a:r>
            <a:r>
              <a:rPr lang="en-IN" sz="2400" b="1" dirty="0"/>
              <a:t>Cloud Platforms</a:t>
            </a:r>
            <a:r>
              <a:rPr lang="en-IN" sz="2400" dirty="0"/>
              <a:t> (AWS, Azure, GCP)</a:t>
            </a:r>
          </a:p>
          <a:p>
            <a:pPr marL="0" indent="0">
              <a:buNone/>
            </a:pPr>
            <a:r>
              <a:rPr lang="en-IN" sz="2400" dirty="0"/>
              <a:t>🔄 Integrate </a:t>
            </a:r>
            <a:r>
              <a:rPr lang="en-IN" sz="2400" b="1" dirty="0"/>
              <a:t>Live Threat Intelligence Feeds</a:t>
            </a:r>
            <a:r>
              <a:rPr lang="en-IN" sz="2400" dirty="0"/>
              <a:t> for continuous updates</a:t>
            </a:r>
            <a:endParaRPr lang="en-IN" sz="2400" b="1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0D3E7-5A7A-075A-D37A-F512DDFD09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2400" b="1" u="sng" dirty="0"/>
              <a:t>Expected Impact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Faster and more accurate cyber threat detection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Improved user awareness and online safety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400" dirty="0"/>
              <a:t>Scalable solution for personal and enterprise cybersecurity </a:t>
            </a:r>
          </a:p>
          <a:p>
            <a:pPr marL="0" indent="0">
              <a:buNone/>
            </a:pPr>
            <a:endParaRPr lang="en-IN" sz="2400" b="1" u="sng" dirty="0"/>
          </a:p>
        </p:txBody>
      </p:sp>
    </p:spTree>
    <p:extLst>
      <p:ext uri="{BB962C8B-B14F-4D97-AF65-F5344CB8AC3E}">
        <p14:creationId xmlns:p14="http://schemas.microsoft.com/office/powerpoint/2010/main" val="2903073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43CD-0FAA-2F65-51E9-10DC8841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434" y="1151467"/>
            <a:ext cx="8825660" cy="1822514"/>
          </a:xfrm>
        </p:spPr>
        <p:txBody>
          <a:bodyPr/>
          <a:lstStyle/>
          <a:p>
            <a:pPr algn="ctr"/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1873186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{0D36C7E6-28B6-4216-99BA-1C090DE228F5}TF229edf6a-8a49-49ee-a0a6-5037052947485fb3ca0c-bc27bf41d645</Template>
  <TotalTime>98</TotalTime>
  <Words>560</Words>
  <Application>Microsoft Office PowerPoint</Application>
  <PresentationFormat>Widescreen</PresentationFormat>
  <Paragraphs>130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Wingdings</vt:lpstr>
      <vt:lpstr>Wingdings 3</vt:lpstr>
      <vt:lpstr>Ion Boardroom</vt:lpstr>
      <vt:lpstr>CyberShield AI </vt:lpstr>
      <vt:lpstr>Problem Statement</vt:lpstr>
      <vt:lpstr>Objectives</vt:lpstr>
      <vt:lpstr>Technology Stack</vt:lpstr>
      <vt:lpstr>Dataset</vt:lpstr>
      <vt:lpstr>System Architecture</vt:lpstr>
      <vt:lpstr>Machine Learning Models</vt:lpstr>
      <vt:lpstr>Streamlit Dashboard</vt:lpstr>
      <vt:lpstr>Results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Shukla</dc:creator>
  <cp:lastModifiedBy>Yash Shukla</cp:lastModifiedBy>
  <cp:revision>3</cp:revision>
  <dcterms:created xsi:type="dcterms:W3CDTF">2026-07-19T08:37:49Z</dcterms:created>
  <dcterms:modified xsi:type="dcterms:W3CDTF">2026-07-19T10:16:49Z</dcterms:modified>
</cp:coreProperties>
</file>